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63" r:id="rId3"/>
    <p:sldId id="264" r:id="rId4"/>
    <p:sldId id="265" r:id="rId5"/>
    <p:sldId id="266" r:id="rId6"/>
    <p:sldId id="269" r:id="rId7"/>
    <p:sldId id="258" r:id="rId8"/>
    <p:sldId id="268" r:id="rId9"/>
    <p:sldId id="262" r:id="rId10"/>
    <p:sldId id="261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" userId="ce2050f5669c9e9f" providerId="LiveId" clId="{DD81A800-5BF9-45F0-BC38-F17F2D0F2ABF}"/>
    <pc:docChg chg="modSld">
      <pc:chgData name="abhay" userId="ce2050f5669c9e9f" providerId="LiveId" clId="{DD81A800-5BF9-45F0-BC38-F17F2D0F2ABF}" dt="2026-10-07T10:20:38.801" v="24" actId="20577"/>
      <pc:docMkLst>
        <pc:docMk/>
      </pc:docMkLst>
      <pc:sldChg chg="modSp mod">
        <pc:chgData name="abhay" userId="ce2050f5669c9e9f" providerId="LiveId" clId="{DD81A800-5BF9-45F0-BC38-F17F2D0F2ABF}" dt="2026-10-07T10:20:38.801" v="24" actId="20577"/>
        <pc:sldMkLst>
          <pc:docMk/>
          <pc:sldMk cId="0" sldId="256"/>
        </pc:sldMkLst>
        <pc:spChg chg="mod">
          <ac:chgData name="abhay" userId="ce2050f5669c9e9f" providerId="LiveId" clId="{DD81A800-5BF9-45F0-BC38-F17F2D0F2ABF}" dt="2026-10-07T10:20:38.801" v="24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794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4500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496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375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5556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6821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9641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596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2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935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9901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859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54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34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publicdomainpictures.net/en/view-image.php?image=80234&amp;picture=thank-you-text" TargetMode="External"/><Relationship Id="rId5" Type="http://schemas.openxmlformats.org/officeDocument/2006/relationships/image" Target="../media/image11.jpg"/><Relationship Id="rId4" Type="http://schemas.openxmlformats.org/officeDocument/2006/relationships/hyperlink" Target="https://with-n.org/you-have-any-questions-let-me-know-if-you-have-any-ques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0" y="215153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474720" y="1525793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 Source &amp; Structure Walkthrough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52965" y="5773271"/>
            <a:ext cx="2937435" cy="632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by Abhay Wable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C26B8-D66C-4114-ADFF-65595883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5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949D6-EF5C-41F4-9744-15CA5DF8E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5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CCE18-CCBE-41D7-BA90-6A1081F9D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6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2428E-21F4-43D2-B090-474927BA7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5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6068C9-012A-4A55-B67E-D7F16FC5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589"/>
            <a:ext cx="12192000" cy="3026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9F9F08-DB35-4E1B-BDD8-98BB77A49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79" y="3312160"/>
            <a:ext cx="5806441" cy="2783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6226CB-A88B-49F9-A23E-E3881A60C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3545841"/>
            <a:ext cx="5074921" cy="255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8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Pivot Tables — Combined Source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come from the same Data!A1:H367 cache, filtered/grouped differently.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709160"/>
          </a:xfrm>
          <a:prstGeom prst="roundRect">
            <a:avLst>
              <a:gd name="adj" fmla="val 1750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1B8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PivotTable3 — by Item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20240"/>
          <a:ext cx="3383280" cy="234086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Labels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Amount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Keyboard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934,500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 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1,782,570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97680" y="1371600"/>
            <a:ext cx="3657600" cy="4709160"/>
          </a:xfrm>
          <a:prstGeom prst="roundRect">
            <a:avLst>
              <a:gd name="adj" fmla="val 1750"/>
            </a:avLst>
          </a:prstGeom>
          <a:solidFill>
            <a:srgbClr val="F4F6F8"/>
          </a:solidFill>
          <a:ln/>
        </p:spPr>
      </p:sp>
      <p:sp>
        <p:nvSpPr>
          <p:cNvPr id="9" name="Shape 6"/>
          <p:cNvSpPr/>
          <p:nvPr/>
        </p:nvSpPr>
        <p:spPr>
          <a:xfrm>
            <a:off x="4297680" y="137160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1B8A8A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PivotTable2 — by Item</a:t>
            </a:r>
            <a:endParaRPr lang="en-US" sz="12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920240"/>
          <a:ext cx="3383280" cy="234086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Labels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Amount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Keyboard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934,500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 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1,782,570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434840" y="4709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(Identical figures to PivotTable3 —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grouping, different location)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657600" cy="4709160"/>
          </a:xfrm>
          <a:prstGeom prst="roundRect">
            <a:avLst>
              <a:gd name="adj" fmla="val 1750"/>
            </a:avLst>
          </a:prstGeom>
          <a:solidFill>
            <a:srgbClr val="F4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8160" y="137160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1B8A8A"/>
          </a:solidFill>
          <a:ln/>
        </p:spPr>
      </p:sp>
      <p:sp>
        <p:nvSpPr>
          <p:cNvPr id="15" name="Text 11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PivotTable4 — by Region</a:t>
            </a:r>
            <a:endParaRPr lang="en-US" sz="12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1920240"/>
          <a:ext cx="3383280" cy="19751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Labels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Qty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 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8275320" y="41605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region also expands to show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per-salesman Qty (e.g. East: Ajit Kumar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194, Siddhu 194, Chandu 117…)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</a:t>
            </a: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PivotTable2 and PivotTable3 both summarize Amount by Item (identical output, different sheet position); PivotTable4 breaks Qty down by Region and then Salesman. All three read from Data!A1:H367.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F6516-DA10-418B-8C47-31FBD4C43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97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82319-B327-4144-8F87-7ADC7B60C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81" y="1210234"/>
            <a:ext cx="11845389" cy="555293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3EC5587-DA58-44D2-9DEC-FC6D94D28432}"/>
              </a:ext>
            </a:extLst>
          </p:cNvPr>
          <p:cNvSpPr/>
          <p:nvPr/>
        </p:nvSpPr>
        <p:spPr>
          <a:xfrm>
            <a:off x="3417456" y="214256"/>
            <a:ext cx="10872014" cy="894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Dashboard</a:t>
            </a: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9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6061" y="636494"/>
            <a:ext cx="349303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i="1" dirty="0"/>
          </a:p>
        </p:txBody>
      </p:sp>
      <p:sp>
        <p:nvSpPr>
          <p:cNvPr id="3" name="Text 1"/>
          <p:cNvSpPr/>
          <p:nvPr/>
        </p:nvSpPr>
        <p:spPr>
          <a:xfrm>
            <a:off x="3991955" y="1887451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A964E-5C2F-4206-8F16-A27E390F1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152715" y="2772648"/>
            <a:ext cx="5886570" cy="3877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AD022E-507A-4EEE-9C40-BFDFDC9B1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488996" y="636494"/>
            <a:ext cx="5083013" cy="2171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184</Words>
  <Application>Microsoft Office PowerPoint</Application>
  <PresentationFormat>Widescreen</PresentationFormat>
  <Paragraphs>62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</cp:lastModifiedBy>
  <cp:revision>8</cp:revision>
  <dcterms:created xsi:type="dcterms:W3CDTF">2026-08-09T06:01:15Z</dcterms:created>
  <dcterms:modified xsi:type="dcterms:W3CDTF">2026-10-07T10:21:01Z</dcterms:modified>
</cp:coreProperties>
</file>